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62" r:id="rId2"/>
    <p:sldId id="707" r:id="rId3"/>
    <p:sldId id="257" r:id="rId4"/>
    <p:sldId id="903" r:id="rId5"/>
    <p:sldId id="902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14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96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2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83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805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742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745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207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3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34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392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83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47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889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88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625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0126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66933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26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0210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1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604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015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727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141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404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42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46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68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581888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2420030759-M.Witty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2420090108-B.Sai pranay Chowdary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2420030519-P.Bhuvaneswari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627210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19 August 2026</a:t>
            </a:fld>
            <a:endParaRPr lang="en-IN" b="1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522941" y="727930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latin typeface="Arial Black" panose="020B0A04020102020204" pitchFamily="34" charset="0"/>
              </a:rPr>
              <a:t>MediGuardian</a:t>
            </a:r>
            <a:r>
              <a:rPr lang="en-US" sz="2000" dirty="0">
                <a:latin typeface="Arial Black" panose="020B0A04020102020204" pitchFamily="34" charset="0"/>
              </a:rPr>
              <a:t> AI: An Agentic and Service-Oriented Framework for Autonomous Healthcare Navigation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 August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281519" y="1442634"/>
            <a:ext cx="6504274" cy="4374339"/>
            <a:chOff x="2209801" y="1721293"/>
            <a:chExt cx="6504274" cy="437433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7EDAB6-EBED-773B-6E25-89C38D438E39}"/>
              </a:ext>
            </a:extLst>
          </p:cNvPr>
          <p:cNvSpPr txBox="1"/>
          <p:nvPr/>
        </p:nvSpPr>
        <p:spPr>
          <a:xfrm>
            <a:off x="415290" y="2551022"/>
            <a:ext cx="1136142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Existing healthcare applications often operate as isolated systems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Information retrieval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Doctor search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Appointment booking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Medication reminders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/>
              <a:t>Hospital discovery </a:t>
            </a:r>
          </a:p>
          <a:p>
            <a:pPr>
              <a:buNone/>
            </a:pPr>
            <a:r>
              <a:rPr lang="en-US" sz="2000" dirty="0"/>
              <a:t>These systems generally require users to manually coordinate multiple steps.</a:t>
            </a:r>
          </a:p>
          <a:p>
            <a:pPr>
              <a:buNone/>
            </a:pPr>
            <a:r>
              <a:rPr lang="en-US" b="1" dirty="0"/>
              <a:t>Research Problem</a:t>
            </a:r>
          </a:p>
          <a:p>
            <a:pPr>
              <a:buNone/>
            </a:pPr>
            <a:r>
              <a:rPr lang="en-US" b="1" dirty="0"/>
              <a:t>How can an agentic and service-oriented AI framework autonomously coordinate healthcare-navigation tasks from a user's natural-language request while maintaining personalization, security, explainability and human oversight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CF9ED8-97A4-4A75-ABFD-FCF0DEC8E669}"/>
              </a:ext>
            </a:extLst>
          </p:cNvPr>
          <p:cNvSpPr txBox="1"/>
          <p:nvPr/>
        </p:nvSpPr>
        <p:spPr>
          <a:xfrm>
            <a:off x="242316" y="1989803"/>
            <a:ext cx="115625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Primary Objective</a:t>
            </a:r>
          </a:p>
          <a:p>
            <a:pPr>
              <a:buNone/>
            </a:pPr>
            <a:r>
              <a:rPr lang="en-US" dirty="0"/>
              <a:t>To develop an </a:t>
            </a:r>
            <a:r>
              <a:rPr lang="en-US" b="1" dirty="0"/>
              <a:t>Agentic and Service-Oriented Healthcare Navigation Framework</a:t>
            </a:r>
            <a:r>
              <a:rPr lang="en-US" dirty="0"/>
              <a:t> capable of intelligently understanding and coordinating user healthcare-navigation requirements.</a:t>
            </a:r>
          </a:p>
          <a:p>
            <a:pPr>
              <a:buNone/>
            </a:pPr>
            <a:r>
              <a:rPr lang="en-US" b="1" dirty="0"/>
              <a:t>Specific Objectives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Develop an LLM-powered conversational interface.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Design specialized healthcare-navigation agents.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Implement an agent orchestration mechanism.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Integrate healthcare services using APIs.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Enable intelligent doctor/hospital discovery.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Assist with appointment scheduling.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Provide medication and follow-up reminders.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Maintain user context and preferences.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Implement emergency escalation mechanisms.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Ensure privacy, security and responsible AI.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Evaluate system performance and usability.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4338487"/>
              </p:ext>
            </p:extLst>
          </p:nvPr>
        </p:nvGraphicFramePr>
        <p:xfrm>
          <a:off x="230111" y="999108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Hilal et. al. [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Epileptic Seizure Detection and Classification Model Using Optimal Deep Canonical Sparse Autoencoder,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Biology, 2022-mdpi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Coyote optimization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(COA) for feature selection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Krill herd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(KHA) for parameter tuning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deep canonical sparse autoencoder-based epileptic seizure detection and classification model using EEG signals.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achieves a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98.67%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98.73%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under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multi-classification,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respectively.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paper does not mention the specific limitations of the proposed 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DCSAE-ESDC 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technique or the experimental analysis conducted using the benchmark epileptic seizure dataset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A9A8C-9B92-4D48-A6C8-6870D9F00B9F}" type="datetime3">
              <a:rPr lang="en-US" smtClean="0"/>
              <a:t>19 August 2026</a:t>
            </a:fld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FF5DAD-E859-7AED-5932-44BFBBBE64CE}"/>
              </a:ext>
            </a:extLst>
          </p:cNvPr>
          <p:cNvSpPr txBox="1"/>
          <p:nvPr/>
        </p:nvSpPr>
        <p:spPr>
          <a:xfrm>
            <a:off x="105156" y="1946761"/>
            <a:ext cx="1182776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Gap 1 — Limited Agentic Behavior</a:t>
            </a:r>
          </a:p>
          <a:p>
            <a:pPr>
              <a:buNone/>
            </a:pPr>
            <a:r>
              <a:rPr lang="en-US" sz="2400" dirty="0"/>
              <a:t>Most healthcare chatbots respond to questions but do not perform multi-step goal-oriented tasks.</a:t>
            </a:r>
          </a:p>
          <a:p>
            <a:pPr>
              <a:buNone/>
            </a:pPr>
            <a:r>
              <a:rPr lang="en-US" sz="2400" b="1" dirty="0"/>
              <a:t>Gap 2 —service Integration</a:t>
            </a:r>
          </a:p>
          <a:p>
            <a:pPr>
              <a:buNone/>
            </a:pPr>
            <a:r>
              <a:rPr lang="en-US" sz="2400" dirty="0"/>
              <a:t>Healthcare AI systems are often disconnected from external healthcare services.</a:t>
            </a:r>
          </a:p>
          <a:p>
            <a:pPr>
              <a:buNone/>
            </a:pPr>
            <a:r>
              <a:rPr lang="en-US" sz="2400" b="1" dirty="0"/>
              <a:t>Gap 3 — Limited Personalization</a:t>
            </a:r>
          </a:p>
          <a:p>
            <a:pPr>
              <a:buNone/>
            </a:pPr>
            <a:r>
              <a:rPr lang="en-US" sz="2400" dirty="0"/>
              <a:t>Many systems do not maintain meaningful user preferences and healthcare-navigation context.</a:t>
            </a:r>
          </a:p>
          <a:p>
            <a:pPr>
              <a:buNone/>
            </a:pPr>
            <a:r>
              <a:rPr lang="en-US" sz="2400" b="1" dirty="0"/>
              <a:t>Gap 4 — Limited Follow-up</a:t>
            </a:r>
          </a:p>
          <a:p>
            <a:pPr>
              <a:buNone/>
            </a:pPr>
            <a:r>
              <a:rPr lang="en-US" sz="2400" dirty="0"/>
              <a:t>Existing systems often stop after providing an answer.</a:t>
            </a:r>
          </a:p>
          <a:p>
            <a:pPr>
              <a:buNone/>
            </a:pPr>
            <a:r>
              <a:rPr lang="en-US" sz="2400" b="1" dirty="0"/>
              <a:t>Gap 5 — Safety Challenges</a:t>
            </a:r>
          </a:p>
          <a:p>
            <a:pPr>
              <a:buNone/>
            </a:pPr>
            <a:r>
              <a:rPr lang="en-US" sz="2400" dirty="0"/>
              <a:t>Autonomous AI in healthcare requires strong human oversight, privacy protection and controlled execution.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BA0D75-A636-87C8-FE6D-8A16C8D6B085}"/>
              </a:ext>
            </a:extLst>
          </p:cNvPr>
          <p:cNvSpPr txBox="1"/>
          <p:nvPr/>
        </p:nvSpPr>
        <p:spPr>
          <a:xfrm>
            <a:off x="251460" y="1886540"/>
            <a:ext cx="1185519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</a:t>
            </a:r>
            <a:r>
              <a:rPr lang="en-US" sz="2000" b="1" dirty="0"/>
              <a:t>. Agentic Healthcare Navigation</a:t>
            </a:r>
          </a:p>
          <a:p>
            <a:pPr>
              <a:buNone/>
            </a:pPr>
            <a:r>
              <a:rPr lang="en-US" sz="2000" dirty="0"/>
              <a:t>AI does not simply answer questions; it plans navigation tasks.</a:t>
            </a:r>
          </a:p>
          <a:p>
            <a:pPr>
              <a:buNone/>
            </a:pPr>
            <a:r>
              <a:rPr lang="en-US" sz="2000" b="1" dirty="0"/>
              <a:t>2. Multi-Agent Architecture</a:t>
            </a:r>
          </a:p>
          <a:p>
            <a:pPr>
              <a:buNone/>
            </a:pPr>
            <a:r>
              <a:rPr lang="en-US" sz="2000" dirty="0"/>
              <a:t>Different agents handle different healthcare-navigation responsibilities.</a:t>
            </a:r>
          </a:p>
          <a:p>
            <a:pPr>
              <a:buNone/>
            </a:pPr>
            <a:r>
              <a:rPr lang="en-US" sz="2000" b="1" dirty="0"/>
              <a:t>3. Service-Oriented Design</a:t>
            </a:r>
          </a:p>
          <a:p>
            <a:pPr>
              <a:buNone/>
            </a:pPr>
            <a:r>
              <a:rPr lang="en-US" sz="2000" dirty="0"/>
              <a:t>Healthcare capabilities are exposed as independent services/APIs.</a:t>
            </a:r>
          </a:p>
          <a:p>
            <a:pPr>
              <a:buNone/>
            </a:pPr>
            <a:r>
              <a:rPr lang="en-US" sz="2000" b="1" dirty="0"/>
              <a:t>4. Goal-Oriented Interaction</a:t>
            </a:r>
          </a:p>
          <a:p>
            <a:pPr>
              <a:buNone/>
            </a:pPr>
            <a:r>
              <a:rPr lang="en-US" sz="2000" dirty="0"/>
              <a:t>User gives a goal rather than navigating multiple menus.</a:t>
            </a:r>
          </a:p>
          <a:p>
            <a:pPr>
              <a:buNone/>
            </a:pPr>
            <a:r>
              <a:rPr lang="en-US" sz="2000" b="1" dirty="0"/>
              <a:t>5. Personalized Healthcare Journey</a:t>
            </a:r>
          </a:p>
          <a:p>
            <a:pPr>
              <a:buNone/>
            </a:pPr>
            <a:r>
              <a:rPr lang="en-US" sz="2000" dirty="0"/>
              <a:t>User preferences and previous interactions can be used to improve navigation.</a:t>
            </a:r>
          </a:p>
          <a:p>
            <a:pPr>
              <a:buNone/>
            </a:pPr>
            <a:r>
              <a:rPr lang="en-US" sz="2000" b="1" dirty="0"/>
              <a:t>6. Human-in-the-Loop</a:t>
            </a:r>
          </a:p>
          <a:p>
            <a:pPr>
              <a:buNone/>
            </a:pPr>
            <a:r>
              <a:rPr lang="en-US" sz="2000" dirty="0"/>
              <a:t>High-risk or consequential actions require user/professional confirmation.</a:t>
            </a:r>
          </a:p>
          <a:p>
            <a:pPr>
              <a:buNone/>
            </a:pPr>
            <a:r>
              <a:rPr lang="en-US" sz="2000" b="1" dirty="0"/>
              <a:t>7. Continuous Follow-up</a:t>
            </a:r>
          </a:p>
          <a:p>
            <a:pPr>
              <a:buNone/>
            </a:pPr>
            <a:r>
              <a:rPr lang="en-US" sz="2000" dirty="0"/>
              <a:t>The system continues supporting the user after the initial interaction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8F3B4B-0926-5E64-CF76-4D3D80457149}"/>
              </a:ext>
            </a:extLst>
          </p:cNvPr>
          <p:cNvSpPr txBox="1"/>
          <p:nvPr/>
        </p:nvSpPr>
        <p:spPr>
          <a:xfrm>
            <a:off x="0" y="1810464"/>
            <a:ext cx="121920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Technical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LLM APIs are available.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REST APIs can connect independent services.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Spring Boot/</a:t>
            </a:r>
            <a:r>
              <a:rPr lang="en-US" sz="1400" dirty="0" err="1"/>
              <a:t>FastAPI</a:t>
            </a:r>
            <a:r>
              <a:rPr lang="en-US" sz="1400" dirty="0"/>
              <a:t> supports service-oriented development.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Modern databases support healthcare-related application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Agent orchestration can be implemented using existing AI frameworks. </a:t>
            </a:r>
          </a:p>
          <a:p>
            <a:pPr>
              <a:buNone/>
            </a:pPr>
            <a:r>
              <a:rPr lang="en-US" sz="1400" b="1" dirty="0"/>
              <a:t>Operational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Simple conversational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Minimal technical knowledge required from users.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Modular healthcare services.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Human confirmation for sensitive actions. </a:t>
            </a:r>
          </a:p>
          <a:p>
            <a:pPr>
              <a:buNone/>
            </a:pPr>
            <a:r>
              <a:rPr lang="en-US" sz="1400" b="1" dirty="0"/>
              <a:t>Economic Feasibility</a:t>
            </a:r>
          </a:p>
          <a:p>
            <a:pPr>
              <a:buNone/>
            </a:pPr>
            <a:r>
              <a:rPr lang="en-US" sz="1400" dirty="0"/>
              <a:t>The prototype can be developed using: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Open-source frameworks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Cloud/free-tier services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Existing LLM APIs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Open-source databases </a:t>
            </a:r>
          </a:p>
          <a:p>
            <a:pPr>
              <a:buNone/>
            </a:pPr>
            <a:r>
              <a:rPr lang="en-US" sz="1400" b="1" dirty="0"/>
              <a:t>Ethical Feasibility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Privacy protection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User consent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Human oversight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Explainable recommendations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dirty="0"/>
              <a:t>No autonomous diagnosis/prescription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Words>649</Words>
  <Application>Microsoft Office PowerPoint</Application>
  <PresentationFormat>Widescreen</PresentationFormat>
  <Paragraphs>124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Arial Black</vt:lpstr>
      <vt:lpstr>Calibri</vt:lpstr>
      <vt:lpstr>Felix Titling</vt:lpstr>
      <vt:lpstr>Goudy Old Style</vt:lpstr>
      <vt:lpstr>Times New Roman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sai pranay</cp:lastModifiedBy>
  <cp:revision>32</cp:revision>
  <dcterms:created xsi:type="dcterms:W3CDTF">2026-08-08T06:33:56Z</dcterms:created>
  <dcterms:modified xsi:type="dcterms:W3CDTF">2026-08-19T08:45:58Z</dcterms:modified>
</cp:coreProperties>
</file>